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81001f10fc4644" /><Relationship Type="http://schemas.openxmlformats.org/officeDocument/2006/relationships/extended-properties" Target="/docProps/app.xml" Id="Race696ad1ed44ef1" /><Relationship Type="http://schemas.openxmlformats.org/officeDocument/2006/relationships/officeDocument" Target="/ppt/presentation.xml" Id="R5dec5c5750744a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52a8c993c3444c"/>
  </p:sldMasterIdLst>
  <p:notesMasterIdLst>
    <p:notesMasterId xmlns:r="http://schemas.openxmlformats.org/officeDocument/2006/relationships" r:id="Rfe88eb1b1dfc4960"/>
  </p:notesMasterIdLst>
  <p:sldIdLst>
    <p:sldId xmlns:r="http://schemas.openxmlformats.org/officeDocument/2006/relationships" id="256" r:id="R81d7d0a4e48e41c7"/>
    <p:sldId xmlns:r="http://schemas.openxmlformats.org/officeDocument/2006/relationships" id="257" r:id="R3c8e631e59774097"/>
    <p:sldId xmlns:r="http://schemas.openxmlformats.org/officeDocument/2006/relationships" id="258" r:id="R809e1a008cfb482d"/>
    <p:sldId xmlns:r="http://schemas.openxmlformats.org/officeDocument/2006/relationships" id="259" r:id="R083123ac60884919"/>
    <p:sldId xmlns:r="http://schemas.openxmlformats.org/officeDocument/2006/relationships" id="260" r:id="R5df552a1de794bcd"/>
    <p:sldId xmlns:r="http://schemas.openxmlformats.org/officeDocument/2006/relationships" id="261" r:id="R13912a509dd842c5"/>
    <p:sldId xmlns:r="http://schemas.openxmlformats.org/officeDocument/2006/relationships" id="262" r:id="Rda9e33ab28f34d4e"/>
    <p:sldId xmlns:r="http://schemas.openxmlformats.org/officeDocument/2006/relationships" id="263" r:id="R3d7a45ed7f58409c"/>
    <p:sldId xmlns:r="http://schemas.openxmlformats.org/officeDocument/2006/relationships" id="264" r:id="R4a255956bbe340aa"/>
    <p:sldId xmlns:r="http://schemas.openxmlformats.org/officeDocument/2006/relationships" id="265" r:id="R50159751c4f54b58"/>
    <p:sldId xmlns:r="http://schemas.openxmlformats.org/officeDocument/2006/relationships" id="266" r:id="Rb4bd5ec8bf274f42"/>
    <p:sldId xmlns:r="http://schemas.openxmlformats.org/officeDocument/2006/relationships" id="267" r:id="R37bbdd77cbbc4c2d"/>
    <p:sldId xmlns:r="http://schemas.openxmlformats.org/officeDocument/2006/relationships" id="268" r:id="R04c0e7e08389498a"/>
    <p:sldId xmlns:r="http://schemas.openxmlformats.org/officeDocument/2006/relationships" id="269" r:id="R7748056f56474ac1"/>
    <p:sldId xmlns:r="http://schemas.openxmlformats.org/officeDocument/2006/relationships" id="270" r:id="Rb8dddd8fd55445b8"/>
    <p:sldId xmlns:r="http://schemas.openxmlformats.org/officeDocument/2006/relationships" id="271" r:id="R296a86ce507649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fccc27d16e454e" /><Relationship Type="http://schemas.openxmlformats.org/officeDocument/2006/relationships/slideMaster" Target="/ppt/slideMasters/slideMaster1.xml" Id="Rba52a8c993c3444c" /><Relationship Type="http://schemas.openxmlformats.org/officeDocument/2006/relationships/notesMaster" Target="/ppt/notesMasters/notesMaster1.xml" Id="Rfe88eb1b1dfc4960" /><Relationship Type="http://schemas.openxmlformats.org/officeDocument/2006/relationships/presProps" Target="/ppt/presProps.xml" Id="R8802886026504b18" /><Relationship Type="http://schemas.openxmlformats.org/officeDocument/2006/relationships/tableStyles" Target="/ppt/tableStyles.xml" Id="R6a562301584b430f" /><Relationship Type="http://schemas.openxmlformats.org/officeDocument/2006/relationships/slide" Target="/ppt/slides/slide1.xml" Id="R81d7d0a4e48e41c7" /><Relationship Type="http://schemas.openxmlformats.org/officeDocument/2006/relationships/slide" Target="/ppt/slides/slide2.xml" Id="R3c8e631e59774097" /><Relationship Type="http://schemas.openxmlformats.org/officeDocument/2006/relationships/slide" Target="/ppt/slides/slide3.xml" Id="R809e1a008cfb482d" /><Relationship Type="http://schemas.openxmlformats.org/officeDocument/2006/relationships/slide" Target="/ppt/slides/slide4.xml" Id="R083123ac60884919" /><Relationship Type="http://schemas.openxmlformats.org/officeDocument/2006/relationships/slide" Target="/ppt/slides/slide5.xml" Id="R5df552a1de794bcd" /><Relationship Type="http://schemas.openxmlformats.org/officeDocument/2006/relationships/slide" Target="/ppt/slides/slide6.xml" Id="R13912a509dd842c5" /><Relationship Type="http://schemas.openxmlformats.org/officeDocument/2006/relationships/slide" Target="/ppt/slides/slide7.xml" Id="Rda9e33ab28f34d4e" /><Relationship Type="http://schemas.openxmlformats.org/officeDocument/2006/relationships/slide" Target="/ppt/slides/slide8.xml" Id="R3d7a45ed7f58409c" /><Relationship Type="http://schemas.openxmlformats.org/officeDocument/2006/relationships/slide" Target="/ppt/slides/slide9.xml" Id="R4a255956bbe340aa" /><Relationship Type="http://schemas.openxmlformats.org/officeDocument/2006/relationships/slide" Target="/ppt/slides/slide10.xml" Id="R50159751c4f54b58" /><Relationship Type="http://schemas.openxmlformats.org/officeDocument/2006/relationships/slide" Target="/ppt/slides/slide11.xml" Id="Rb4bd5ec8bf274f42" /><Relationship Type="http://schemas.openxmlformats.org/officeDocument/2006/relationships/slide" Target="/ppt/slides/slide12.xml" Id="R37bbdd77cbbc4c2d" /><Relationship Type="http://schemas.openxmlformats.org/officeDocument/2006/relationships/slide" Target="/ppt/slides/slide13.xml" Id="R04c0e7e08389498a" /><Relationship Type="http://schemas.openxmlformats.org/officeDocument/2006/relationships/slide" Target="/ppt/slides/slide14.xml" Id="R7748056f56474ac1" /><Relationship Type="http://schemas.openxmlformats.org/officeDocument/2006/relationships/slide" Target="/ppt/slides/slide15.xml" Id="Rb8dddd8fd55445b8" /><Relationship Type="http://schemas.openxmlformats.org/officeDocument/2006/relationships/slide" Target="/ppt/slides/slide16.xml" Id="R296a86ce507649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016dfa868a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be5d9b01f34463" /><Relationship Type="http://schemas.openxmlformats.org/officeDocument/2006/relationships/notesMaster" Target="/ppt/notesMasters/notesMaster1.xml" Id="R760c573519d143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6731d08a7a4191" /><Relationship Type="http://schemas.openxmlformats.org/officeDocument/2006/relationships/notesMaster" Target="/ppt/notesMasters/notesMaster1.xml" Id="Rcb20be36a87044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8492af0bb5482f" /><Relationship Type="http://schemas.openxmlformats.org/officeDocument/2006/relationships/notesMaster" Target="/ppt/notesMasters/notesMaster1.xml" Id="R442f1e11cf2e47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169f42cdc44b81" /><Relationship Type="http://schemas.openxmlformats.org/officeDocument/2006/relationships/notesMaster" Target="/ppt/notesMasters/notesMaster1.xml" Id="R62580d12e8e24d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3e629f4c6f47f8" /><Relationship Type="http://schemas.openxmlformats.org/officeDocument/2006/relationships/notesMaster" Target="/ppt/notesMasters/notesMaster1.xml" Id="R922a216723e146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58e26afd3545c2" /><Relationship Type="http://schemas.openxmlformats.org/officeDocument/2006/relationships/notesMaster" Target="/ppt/notesMasters/notesMaster1.xml" Id="R8afbf737696144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16b223c4f740c9" /><Relationship Type="http://schemas.openxmlformats.org/officeDocument/2006/relationships/notesMaster" Target="/ppt/notesMasters/notesMaster1.xml" Id="R1ba290da5f994f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ea1a6963994bc1" /><Relationship Type="http://schemas.openxmlformats.org/officeDocument/2006/relationships/notesMaster" Target="/ppt/notesMasters/notesMaster1.xml" Id="R02b7aefa98464f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d98bbedbc64ee0" /><Relationship Type="http://schemas.openxmlformats.org/officeDocument/2006/relationships/notesMaster" Target="/ppt/notesMasters/notesMaster1.xml" Id="Rfd31133886534a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08ac4a82944fd2" /><Relationship Type="http://schemas.openxmlformats.org/officeDocument/2006/relationships/notesMaster" Target="/ppt/notesMasters/notesMaster1.xml" Id="R2c15779a4be64d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faa8ebb1044cba" /><Relationship Type="http://schemas.openxmlformats.org/officeDocument/2006/relationships/notesMaster" Target="/ppt/notesMasters/notesMaster1.xml" Id="R95468d438d2e48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4fb2cddc5147bd" /><Relationship Type="http://schemas.openxmlformats.org/officeDocument/2006/relationships/notesMaster" Target="/ppt/notesMasters/notesMaster1.xml" Id="R10abb3a8157f4c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7f0300fd564db7" /><Relationship Type="http://schemas.openxmlformats.org/officeDocument/2006/relationships/notesMaster" Target="/ppt/notesMasters/notesMaster1.xml" Id="R68a230938cb94e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3c002a8d344f15" /><Relationship Type="http://schemas.openxmlformats.org/officeDocument/2006/relationships/notesMaster" Target="/ppt/notesMasters/notesMaster1.xml" Id="Rf09fdbc2b91c46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4fb3f3a43c4d84" /><Relationship Type="http://schemas.openxmlformats.org/officeDocument/2006/relationships/notesMaster" Target="/ppt/notesMasters/notesMaster1.xml" Id="R2f349696917748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08b4fec9b04710" /><Relationship Type="http://schemas.openxmlformats.org/officeDocument/2006/relationships/notesMaster" Target="/ppt/notesMasters/notesMaster1.xml" Id="R994dcf8380694d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605c8870c45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5d5e4303940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f146e2f924a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0ed1e760d4b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c20c9c3684e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613cee793b44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7CD2F5-47EF-4786-9B79-1A60D9C544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FAD8E5-23DE-4710-ABB4-558DD76E81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55493B-B3BF-4C07-9310-5F728F688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8E03DB-4199-45E1-84C6-A1451E6C5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89FFBFE-A5FC-4C9E-99C9-41861DF582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A1E341-3428-49F4-B838-BB2CA4A0B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012208-A5E1-4611-B8E5-3B0A15DC88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020AF3-C700-4537-8349-DC003472C3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599A2D-F849-44F8-87F2-4EFB4C8541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D3DBD9-16B8-492F-A1A0-FD142EC0BE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cc01ae17f74696" /><Relationship Type="http://schemas.openxmlformats.org/officeDocument/2006/relationships/slideLayout" Target="/ppt/slideLayouts/slideLayout1.xml" Id="R8b1259d5b80148d7" /><Relationship Type="http://schemas.openxmlformats.org/officeDocument/2006/relationships/slideLayout" Target="/ppt/slideLayouts/slideLayout2.xml" Id="R60541539b0ec4343" /><Relationship Type="http://schemas.openxmlformats.org/officeDocument/2006/relationships/slideLayout" Target="/ppt/slideLayouts/slideLayout3.xml" Id="Rb4adf81b6fbe4f22" /><Relationship Type="http://schemas.openxmlformats.org/officeDocument/2006/relationships/slideLayout" Target="/ppt/slideLayouts/slideLayout4.xml" Id="R4b61a32eb76c4719" /><Relationship Type="http://schemas.openxmlformats.org/officeDocument/2006/relationships/slideLayout" Target="/ppt/slideLayouts/slideLayout5.xml" Id="Rb0b9388418db4c41" /><Relationship Type="http://schemas.openxmlformats.org/officeDocument/2006/relationships/slideLayout" Target="/ppt/slideLayouts/slideLayout6.xml" Id="Ra706ba11db8f4c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1259d5b80148d7"/>
    <p:sldLayoutId xmlns:r="http://schemas.openxmlformats.org/officeDocument/2006/relationships" id="2147483650" r:id="R60541539b0ec4343"/>
    <p:sldLayoutId xmlns:r="http://schemas.openxmlformats.org/officeDocument/2006/relationships" id="2147483651" r:id="Rb4adf81b6fbe4f22"/>
    <p:sldLayoutId xmlns:r="http://schemas.openxmlformats.org/officeDocument/2006/relationships" id="2147483652" r:id="R4b61a32eb76c4719"/>
    <p:sldLayoutId xmlns:r="http://schemas.openxmlformats.org/officeDocument/2006/relationships" id="2147483653" r:id="Rb0b9388418db4c41"/>
    <p:sldLayoutId xmlns:r="http://schemas.openxmlformats.org/officeDocument/2006/relationships" id="2147483654" r:id="Ra706ba11db8f4c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ba305902d4c06" /><Relationship Type="http://schemas.openxmlformats.org/officeDocument/2006/relationships/image" Target="/ppt/media/image.png" Id="R6716034892574c94" /><Relationship Type="http://schemas.openxmlformats.org/officeDocument/2006/relationships/notesSlide" Target="/ppt/notesSlides/notesSlide1.xml" Id="R72e478d2cca54c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0db808f0a4302" /><Relationship Type="http://schemas.openxmlformats.org/officeDocument/2006/relationships/image" Target="/ppt/media/image2.png" Id="R4d5de64cc360429b" /><Relationship Type="http://schemas.openxmlformats.org/officeDocument/2006/relationships/notesSlide" Target="/ppt/notesSlides/notesSlide2.xml" Id="Redf0349478c94b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0139d11884dd2" /><Relationship Type="http://schemas.openxmlformats.org/officeDocument/2006/relationships/image" Target="/ppt/media/image3.png" Id="R527b4a1f30184d68" /><Relationship Type="http://schemas.openxmlformats.org/officeDocument/2006/relationships/notesSlide" Target="/ppt/notesSlides/notesSlide3.xml" Id="Rb107e16ad63340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c0c15ba2fd4d3b" /><Relationship Type="http://schemas.openxmlformats.org/officeDocument/2006/relationships/image" Target="/ppt/media/image4.png" Id="Rc54d6c6129cb461e" /><Relationship Type="http://schemas.openxmlformats.org/officeDocument/2006/relationships/notesSlide" Target="/ppt/notesSlides/notesSlide4.xml" Id="R623dd205f65d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c1cc42373b48ef" /><Relationship Type="http://schemas.openxmlformats.org/officeDocument/2006/relationships/image" Target="/ppt/media/image5.png" Id="R4eb8b603c56544b2" /><Relationship Type="http://schemas.openxmlformats.org/officeDocument/2006/relationships/notesSlide" Target="/ppt/notesSlides/notesSlide5.xml" Id="R5ac33d5428cc45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cb50a8bc0498c" /><Relationship Type="http://schemas.openxmlformats.org/officeDocument/2006/relationships/image" Target="/ppt/media/image6.png" Id="R7dcb4a1ac22a419e" /><Relationship Type="http://schemas.openxmlformats.org/officeDocument/2006/relationships/notesSlide" Target="/ppt/notesSlides/notesSlide6.xml" Id="R6f1dad65eb3045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b7373939144feb" /><Relationship Type="http://schemas.openxmlformats.org/officeDocument/2006/relationships/image" Target="/ppt/media/image7.png" Id="Rc08d29a5adba4f4d" /><Relationship Type="http://schemas.openxmlformats.org/officeDocument/2006/relationships/notesSlide" Target="/ppt/notesSlides/notesSlide7.xml" Id="R91957004aab34c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bd61efac9348eb" /><Relationship Type="http://schemas.openxmlformats.org/officeDocument/2006/relationships/image" Target="/ppt/media/image8.png" Id="Rf5bc6e7bee5e4551" /><Relationship Type="http://schemas.openxmlformats.org/officeDocument/2006/relationships/notesSlide" Target="/ppt/notesSlides/notesSlide8.xml" Id="R8bb17f7a05fa47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f78ccb3c14324" /><Relationship Type="http://schemas.openxmlformats.org/officeDocument/2006/relationships/image" Target="/ppt/media/image9.png" Id="Ra1aaa940d7b84ef4" /><Relationship Type="http://schemas.openxmlformats.org/officeDocument/2006/relationships/chart" Target="/ppt/slides/charts/chart1.xml" Id="Rf56bf92428044b2c" /><Relationship Type="http://schemas.openxmlformats.org/officeDocument/2006/relationships/notesSlide" Target="/ppt/notesSlides/notesSlide9.xml" Id="R5884ca739b9a41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c70ecfd0d4908" /><Relationship Type="http://schemas.openxmlformats.org/officeDocument/2006/relationships/image" Target="/ppt/media/image10.png" Id="R538a8ceb42fb4284" /><Relationship Type="http://schemas.openxmlformats.org/officeDocument/2006/relationships/chart" Target="/ppt/slides/charts/chart2.xml" Id="Recbf5f9f5c344a03" /><Relationship Type="http://schemas.openxmlformats.org/officeDocument/2006/relationships/notesSlide" Target="/ppt/notesSlides/notesSlide10.xml" Id="R4e194fbd846842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c1ea590fa47dd" /><Relationship Type="http://schemas.openxmlformats.org/officeDocument/2006/relationships/image" Target="/ppt/media/image11.png" Id="Rdceb416a843a4591" /><Relationship Type="http://schemas.openxmlformats.org/officeDocument/2006/relationships/notesSlide" Target="/ppt/notesSlides/notesSlide11.xml" Id="R23d6de4102054b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44abe041745c0" /><Relationship Type="http://schemas.openxmlformats.org/officeDocument/2006/relationships/image" Target="/ppt/media/image12.png" Id="R416bb8b4a1db48bb" /><Relationship Type="http://schemas.openxmlformats.org/officeDocument/2006/relationships/chart" Target="/ppt/slides/charts/chart3.xml" Id="Rd9ac41ee691e4399" /><Relationship Type="http://schemas.openxmlformats.org/officeDocument/2006/relationships/notesSlide" Target="/ppt/notesSlides/notesSlide12.xml" Id="Rc234b01a19904b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84b729a4d34827" /><Relationship Type="http://schemas.openxmlformats.org/officeDocument/2006/relationships/image" Target="/ppt/media/image13.png" Id="R8fd2cfd671294ef4" /><Relationship Type="http://schemas.openxmlformats.org/officeDocument/2006/relationships/notesSlide" Target="/ppt/notesSlides/notesSlide13.xml" Id="Rf6163a7373e240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4c57b78874771" /><Relationship Type="http://schemas.openxmlformats.org/officeDocument/2006/relationships/image" Target="/ppt/media/image14.png" Id="R2cf665f0658646b0" /><Relationship Type="http://schemas.openxmlformats.org/officeDocument/2006/relationships/notesSlide" Target="/ppt/notesSlides/notesSlide14.xml" Id="Racc4e65ebaaa44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87c68fa6d4239" /><Relationship Type="http://schemas.openxmlformats.org/officeDocument/2006/relationships/image" Target="/ppt/media/image15.png" Id="R3d7d24a3767c44e9" /><Relationship Type="http://schemas.openxmlformats.org/officeDocument/2006/relationships/notesSlide" Target="/ppt/notesSlides/notesSlide15.xml" Id="Rf915aa212c814e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edca07388411c" /><Relationship Type="http://schemas.openxmlformats.org/officeDocument/2006/relationships/image" Target="/ppt/media/image16.png" Id="R7ea2e183259b4c93" /><Relationship Type="http://schemas.openxmlformats.org/officeDocument/2006/relationships/notesSlide" Target="/ppt/notesSlides/notesSlide16.xml" Id="Rfa3d8afffb5a4f8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03663"/>
            </a:solidFill>
            <a:ln xmlns:a="http://schemas.openxmlformats.org/drawingml/2006/main" w="28575">
              <a:solidFill>
                <a:srgbClr val="203663"/>
              </a:solidFill>
              <a:prstDash val="dash"/>
            </a:ln>
          </c:spPr>
          <c:cat>
            <c:strRef>
              <c:f>'Chart Data'!$A$2:$A$4</c:f>
              <c:strCache>
                <c:ptCount val="3"/>
                <c:pt idx="0">
                  <c:v>Task A</c:v>
                </c:pt>
                <c:pt idx="1">
                  <c:v>Task B</c:v>
                </c:pt>
                <c:pt idx="2">
                  <c:v>Task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71</c:v>
                </c:pt>
                <c:pt idx="1">
                  <c:v>65</c:v>
                </c:pt>
                <c:pt idx="2">
                  <c:v>59</c:v>
                </c:pt>
              </c:numCache>
            </c:numRef>
          </c:val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236DB9"/>
            </a:solidFill>
            <a:ln xmlns:a="http://schemas.openxmlformats.org/drawingml/2006/main" w="28575">
              <a:solidFill>
                <a:srgbClr val="236DB9"/>
              </a:solidFill>
              <a:prstDash val="solid"/>
            </a:ln>
          </c:spPr>
          <c:cat>
            <c:strRef>
              <c:f>'Chart Data'!$C$2:$C$4</c:f>
              <c:strCache>
                <c:ptCount val="3"/>
                <c:pt idx="0">
                  <c:v>Task A</c:v>
                </c:pt>
                <c:pt idx="1">
                  <c:v>Task B</c:v>
                </c:pt>
                <c:pt idx="2">
                  <c:v>Task 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78</c:v>
                </c:pt>
                <c:pt idx="1">
                  <c:v>74</c:v>
                </c:pt>
                <c:pt idx="2">
                  <c:v>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2A43"/>
                  </a:solidFill>
                  <a:latin typeface="Inter"/>
                  <a:ea typeface="Inter"/>
                  <a:cs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A43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03663"/>
            </a:solidFill>
            <a:ln xmlns:a="http://schemas.openxmlformats.org/drawingml/2006/main" w="28575">
              <a:solidFill>
                <a:srgbClr val="203663"/>
              </a:solidFill>
              <a:prstDash val="dash"/>
            </a:ln>
          </c:spPr>
          <c:marker>
            <c:symbol val="square"/>
            <c:size val="8"/>
            <c:spPr>
              <a:solidFill xmlns:a="http://schemas.openxmlformats.org/drawingml/2006/main">
                <a:srgbClr val="203663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numCache>
            </c:num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1.6</c:v>
                </c:pt>
                <c:pt idx="1">
                  <c:v>1.12</c:v>
                </c:pt>
                <c:pt idx="2">
                  <c:v>0.85</c:v>
                </c:pt>
                <c:pt idx="3">
                  <c:v>0.71</c:v>
                </c:pt>
                <c:pt idx="4">
                  <c:v>0.63</c:v>
                </c:pt>
                <c:pt idx="5">
                  <c:v>0.58</c:v>
                </c:pt>
              </c:numCache>
            </c:numRef>
          </c:val>
          <c:smooth val="0"/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236DB9"/>
            </a:solidFill>
            <a:ln xmlns:a="http://schemas.openxmlformats.org/drawingml/2006/main" w="28575">
              <a:solidFill>
                <a:srgbClr val="236DB9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36DB9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numCache>
            </c:num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1.6</c:v>
                </c:pt>
                <c:pt idx="1">
                  <c:v>0.95</c:v>
                </c:pt>
                <c:pt idx="2">
                  <c:v>0.63</c:v>
                </c:pt>
                <c:pt idx="3">
                  <c:v>0.47</c:v>
                </c:pt>
                <c:pt idx="4">
                  <c:v>0.39</c:v>
                </c:pt>
                <c:pt idx="5">
                  <c:v>0.34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2A43"/>
                  </a:solidFill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Loss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A43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03663"/>
            </a:solidFill>
            <a:ln xmlns:a="http://schemas.openxmlformats.org/drawingml/2006/main" w="28575">
              <a:solidFill>
                <a:srgbClr val="203663"/>
              </a:solidFill>
              <a:prstDash val="dash"/>
            </a:ln>
          </c:spPr>
          <c:marker>
            <c:symbol val="square"/>
            <c:size val="8"/>
            <c:spPr>
              <a:solidFill xmlns:a="http://schemas.openxmlformats.org/drawingml/2006/main">
                <a:srgbClr val="203663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84</c:v>
                </c:pt>
                <c:pt idx="1">
                  <c:v>78</c:v>
                </c:pt>
                <c:pt idx="2">
                  <c:v>67</c:v>
                </c:pt>
                <c:pt idx="3">
                  <c:v>53</c:v>
                </c:pt>
                <c:pt idx="4">
                  <c:v>39</c:v>
                </c:pt>
              </c:numCache>
            </c:numRef>
          </c:val>
          <c:smooth val="0"/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236DB9"/>
            </a:solidFill>
            <a:ln xmlns:a="http://schemas.openxmlformats.org/drawingml/2006/main" w="28575">
              <a:solidFill>
                <a:srgbClr val="236DB9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36DB9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</c:numCache>
            </c:numRef>
          </c:cat>
          <c:val>
            <c:numRef>
              <c:f>'Chart Data'!$D$2:$D$6</c:f>
              <c:numCache>
                <c:formatCode>0</c:formatCode>
                <c:ptCount val="5"/>
                <c:pt idx="0">
                  <c:v>85</c:v>
                </c:pt>
                <c:pt idx="1">
                  <c:v>82</c:v>
                </c:pt>
                <c:pt idx="2">
                  <c:v>77</c:v>
                </c:pt>
                <c:pt idx="3">
                  <c:v>69</c:v>
                </c:pt>
                <c:pt idx="4">
                  <c:v>60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2A43"/>
                  </a:solidFill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A43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47761-B99D-42EC-A8F5-F686C248DA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6034892574c94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E2BEF-C6C4-48D5-8737-17F2534E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19E5B-568C-469F-9A00-9F4287E8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526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研究报告标题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6DFA9-9828-429A-AB1B-573AAB0D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在这里写一句清晰的研究主张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B79B4-327A-4E3A-8D06-5862F766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汇报人姓名  ·  学术交流 / 组会  ·  YYYY.MM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F6845-4F53-45A2-AD12-F415A70D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36DB9"/>
                </a:solidFill>
                <a:latin typeface="Inter"/>
                <a:ea typeface="Inter"/>
                <a:cs typeface="Inter"/>
              </a:rPr>
              <a:t>Intelligent Design and Robust Learning</a:t>
            </a:r>
          </a:p>
        </p:txBody>
      </p:sp>
    </p:spTree>
    <p:extLst>
      <p:ext uri="{BB962C8B-B14F-4D97-AF65-F5344CB8AC3E}">
        <p14:creationId xmlns:p14="http://schemas.microsoft.com/office/powerpoint/2010/main" val="872623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61B73-757B-498E-A57A-656773FF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从研究问题到证据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EAA56-C1C3-4B5A-8F2C-AD519B5D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汇报结构 · 按研究内容替换以下标题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F178E-C738-46CE-9C12-BAE140DBD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de64cc360429b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D98AE-EB7B-432C-A8B0-8BC29339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2011C-454C-428A-A59E-ADCDD254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2A294-0E19-4D7E-907A-46106E0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812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问题与假设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BF668-E423-4EFA-BA8A-9466C8F9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860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研究对象、现有不足，以及可检验的假设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A8C34-ACD0-4CDB-B442-4C83DFE1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0498D-26B9-4F0D-AF8D-60B2FEA9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766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方法与实验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D853C-DA35-4040-9899-7243400C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814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核心机制、公平对照和复现条件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6E173-E4F8-4FBF-A3A6-DFB04AC5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B2A1D-36F0-45CD-BDDC-97157F07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7720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证据与边界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475C7-4CDE-41CF-92B1-F94A38CC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76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主要结果、失效条件与下一步验证</a:t>
            </a:r>
          </a:p>
        </p:txBody>
      </p:sp>
    </p:spTree>
    <p:extLst>
      <p:ext uri="{BB962C8B-B14F-4D97-AF65-F5344CB8AC3E}">
        <p14:creationId xmlns:p14="http://schemas.microsoft.com/office/powerpoint/2010/main" val="1169069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36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AB588-EBA3-45C1-B423-809C38A223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b4a1f30184d68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610EA-50A0-4EF2-91A2-F54361A4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8D9E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B8D9EE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D416E-9526-4006-952F-58A2A6A0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BDC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9BDCF2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9BDCF2"/>
                </a:solidFill>
                <a:latin typeface="Inter"/>
                <a:ea typeface="Inter"/>
                <a:cs typeface="Inter"/>
              </a:rPr>
              <a:t>01 / RESEARCH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A7621-1A6A-46B9-9F59-D486BA29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问题与假设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7D1F0-9D68-4738-B1AC-63D7B938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95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rPr>
              <a:t>用一个明确的问题，串起方法与证据。</a:t>
            </a:r>
          </a:p>
        </p:txBody>
      </p:sp>
    </p:spTree>
    <p:extLst>
      <p:ext uri="{BB962C8B-B14F-4D97-AF65-F5344CB8AC3E}">
        <p14:creationId xmlns:p14="http://schemas.microsoft.com/office/powerpoint/2010/main" val="1128021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ACC93-077D-49E1-BEB5-B0E0FD73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我们要解决什么问题？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ABA55-C914-479C-90FF-314C469C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把背景、缺口与可检验假设分开表述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66263-AB54-4732-9305-61971611A8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d6c6129cb461e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DD923-92A8-4428-A629-724F78F6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99A36-C744-44BA-A297-C4CFDAA4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29FE1-A239-4D51-B999-2AB23FDA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431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A3170-65E4-46BD-9542-AE0D02A2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[对象] 在 [场景] 中受到 [约束] 的影响。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E6754-0C23-47BF-ADED-48A1D254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93226-8419-404A-BF98-32D0F95C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004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关键缺口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21622-EB42-4AE1-BC66-E7785760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现有方法在 [条件] 下存在 [可测量问题]。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D1FFC-A41A-401B-BFB9-77857A45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18F77-F161-41FB-987E-727DA111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577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研究假设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B404E-BFFF-4B6E-924F-04ECBF30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625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通过 [机制]，可以改善 [指标]，且满足 [约束]。</a:t>
            </a:r>
          </a:p>
        </p:txBody>
      </p:sp>
    </p:spTree>
    <p:extLst>
      <p:ext uri="{BB962C8B-B14F-4D97-AF65-F5344CB8AC3E}">
        <p14:creationId xmlns:p14="http://schemas.microsoft.com/office/powerpoint/2010/main" val="2113422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8E437-8E40-4BDC-8ECF-25EADEFB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相关工作与研究定位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7174C-7B37-4E2D-B0F2-1BD8359A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填写真实文献；在方法名称后添加对应引用编号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F0438-C16F-4BEF-BC10-B6C1F2AD96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8b603c56544b2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91AA8-D367-462A-8088-7135B43B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9EE25-785B-4A16-AA9E-C3F52C0C68F8}"/>
              </a:ext>
            </a:extLst>
          </p:cNvPr>
          <p:cNvGraphicFramePr/>
          <p:nvPr/>
        </p:nvGraphicFramePr>
        <p:xfrm>
          <a:off xmlns:a="http://schemas.openxmlformats.org/drawingml/2006/main" x="704850" y="2238375"/>
          <a:ext xmlns:a="http://schemas.openxmlformats.org/drawingml/2006/main" cx="107823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2695575"/>
                <a:gridCol w="2695575"/>
                <a:gridCol w="2695575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方法 / 文献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主要假设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适用条件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尚未解决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[方法 A, 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[假设]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[条件]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[局限]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[方法 B, 2]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[假设]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[条件]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[局限]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本研究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[新增机制]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[验证范围]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[开放问题]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767BC-10ED-4FF2-9A89-CACC62B6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引用格式：[1] 作者. 论文标题. 会议 / 期刊, 年份. DOI / URL.</a:t>
            </a:r>
          </a:p>
        </p:txBody>
      </p:sp>
    </p:spTree>
    <p:extLst>
      <p:ext uri="{BB962C8B-B14F-4D97-AF65-F5344CB8AC3E}">
        <p14:creationId xmlns:p14="http://schemas.microsoft.com/office/powerpoint/2010/main" val="1934829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08454-933E-412F-BEEE-EC2C28B1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方法：从输入到可验证输出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E28C6-BAF8-45B0-B30B-EADC0697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流程图中的模块与文字均可编辑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47AAB-8D3A-4B2A-B29E-AE9A8474FC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b4a1ac22a419e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0DD32-5566-44DB-B643-E3C651FB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F2B76-39DD-4EAA-9BC9-25EDC7C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333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53AD4-7264-4F5E-A6EA-95791A8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09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86872-B5DA-4524-9924-6B79FCEB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004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数据 / 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09AB9-E977-41D5-B016-05603B2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48025"/>
            <a:ext cx="390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34B95-F6EE-4B85-B079-290EBB62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2333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D123A-45D6-43A1-8D71-296F12C9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09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表征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1967C-EC51-4F7C-8C83-A66B0B47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6004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编码 / 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1FF48-13AD-45A3-8DF5-15625BF1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48025"/>
            <a:ext cx="390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DFE70-3D00-4462-81DA-1C15BC75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2333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AE663-7C4F-41B1-8400-BEA89DC4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09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C2AA4-933E-4161-B6D0-2ABBF45D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004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rPr>
              <a:t>目标 / 学习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C8CF9-2D05-46CB-8CA9-DF55D03D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48025"/>
            <a:ext cx="390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66BD2-577F-4C21-BCA3-62E004D3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2333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0F6A9-34B8-45EC-929B-B5285BFE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009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23AC6-9F92-470A-9B4E-998BDD3C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6004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设计 / 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CBF61-7546-4A49-ACC0-F62BBA2C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核心机制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7CC18-5550-49CD-8837-49A65F8C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48225"/>
            <a:ext cx="8715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[说明一个决定性设计，并指出它对应的实验验证。]</a:t>
            </a:r>
          </a:p>
        </p:txBody>
      </p:sp>
    </p:spTree>
    <p:extLst>
      <p:ext uri="{BB962C8B-B14F-4D97-AF65-F5344CB8AC3E}">
        <p14:creationId xmlns:p14="http://schemas.microsoft.com/office/powerpoint/2010/main" val="313067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C4499-B880-4097-93E5-EF8E58ED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目标函数与符号约定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D873E-5D72-4F70-ACE6-071E7C88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替换为实际数学表达式；此处为可编辑文本示例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2E005-7AC3-40CA-9A58-D13ACEA683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d29a5adba4f4d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9A39E-DEBD-4F40-9BE8-E3C269EA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7FED1-9FBB-4AB8-9026-08075343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203663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03663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203663"/>
                </a:solidFill>
                <a:latin typeface="Inter"/>
                <a:ea typeface="Inter"/>
                <a:cs typeface="Inter"/>
              </a:rPr>
              <a:t>L = Ltask + λ Lrobust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1AE86-887C-4169-965D-165D6921E317}"/>
              </a:ext>
            </a:extLst>
          </p:cNvPr>
          <p:cNvGraphicFramePr/>
          <p:nvPr/>
        </p:nvGraphicFramePr>
        <p:xfrm>
          <a:off xmlns:a="http://schemas.openxmlformats.org/drawingml/2006/main" x="704850" y="3790950"/>
          <a:ext xmlns:a="http://schemas.openxmlformats.org/drawingml/2006/main" cx="107823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94100"/>
                <a:gridCol w="3594100"/>
                <a:gridCol w="3594100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符号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含义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报告要求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Ltask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主任务损失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定义计算方式与归一化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Lrobust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鲁棒性约束项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说明扰动集合与适用条件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权重系数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报告取值与选择依据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869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FDB41-C2B3-4446-8513-648D0504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实验设置与复现条件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73868-31C7-4DCC-BBFB-5A106FA4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让读者理解比较是否公平、结果能否复现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057EA-63D0-4D6F-9E91-78C1BF1A17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c6e7bee5e4551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0294C-9C0F-427F-8F33-0A2E8572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F608A-F60F-4E96-9B37-26B6F2306D8C}"/>
              </a:ext>
            </a:extLst>
          </p:cNvPr>
          <p:cNvGraphicFramePr/>
          <p:nvPr/>
        </p:nvGraphicFramePr>
        <p:xfrm>
          <a:off xmlns:a="http://schemas.openxmlformats.org/drawingml/2006/main" x="704850" y="2076450"/>
          <a:ext xmlns:a="http://schemas.openxmlformats.org/drawingml/2006/main" cx="107823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258175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需要填写的信息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数据与划分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[数据来源、许可、样本量、训练 / 验证 / 测试划分]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对照与预算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[基线版本、调参预算、训练步数、公平性约束]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运行环境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[硬件、依赖版本、随机种子、运行次数]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评价与不确定性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[指标方向、单位、聚合方式、误差条定义]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12A08-0E84-4C79-9DAE-9D5F3F2D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复现入口：[代码仓库 / commit]  ·  [配置文件]  ·  [数据版本]</a:t>
            </a:r>
          </a:p>
        </p:txBody>
      </p:sp>
    </p:spTree>
    <p:extLst>
      <p:ext uri="{BB962C8B-B14F-4D97-AF65-F5344CB8AC3E}">
        <p14:creationId xmlns:p14="http://schemas.microsoft.com/office/powerpoint/2010/main" val="15578025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F5F8C-4E5F-4336-AFA5-F9CE6E88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主要结果：任务间对比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F2A23-E505-4001-96E8-4DED4247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准确率（%）↑ · 示例数据，不代表真实研究结论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94718-EC2B-47E7-BCB0-9657C11815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aa940d7b84ef4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B7A17-9BAA-400F-87ED-319C4763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9255E10-0B6C-46F8-AC29-DED4BE610F1E}"/>
              </a:ext>
            </a:extLst>
          </p:cNvPr>
          <p:cNvGraphicFramePr/>
          <p:nvPr/>
        </p:nvGraphicFramePr>
        <p:xfrm>
          <a:off xmlns:a="http://schemas.openxmlformats.org/drawingml/2006/main" x="723900" y="21431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6bf92428044b2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A23B4-CB25-46AF-B953-79D369B0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示例为单组展示值，无重复实验；正式报告须补充运行次数及不确定性。</a:t>
            </a:r>
          </a:p>
        </p:txBody>
      </p:sp>
    </p:spTree>
    <p:extLst>
      <p:ext uri="{BB962C8B-B14F-4D97-AF65-F5344CB8AC3E}">
        <p14:creationId xmlns:p14="http://schemas.microsoft.com/office/powerpoint/2010/main" val="44518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202F6-7445-476C-9BE4-9425486C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训练过程：收敛趋势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6BD20-4367-4DD8-9DB3-4F7369E6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横轴：训练轮次 · 纵轴：损失 ↓ · 示例数据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D85CF-07E2-412D-98A9-0CEC46EBA5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a8ceb42fb4284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B8A40-BE41-4A11-BDD8-0FCC7FEB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E49D2AE-273F-48D1-8B3F-79B5B137E4DC}"/>
              </a:ext>
            </a:extLst>
          </p:cNvPr>
          <p:cNvGraphicFramePr/>
          <p:nvPr/>
        </p:nvGraphicFramePr>
        <p:xfrm>
          <a:off xmlns:a="http://schemas.openxmlformats.org/drawingml/2006/main" x="723900" y="21431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bf5f9f5c344a0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142B6-1830-4E4F-AB29-2E4E5578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保持相同训练预算与评价频率；比较曲线时同时报告最终性能和成本。</a:t>
            </a:r>
          </a:p>
        </p:txBody>
      </p:sp>
    </p:spTree>
    <p:extLst>
      <p:ext uri="{BB962C8B-B14F-4D97-AF65-F5344CB8AC3E}">
        <p14:creationId xmlns:p14="http://schemas.microsoft.com/office/powerpoint/2010/main" val="9515598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AC318-F7BB-4ED7-9905-6233E5A3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消融实验：机制贡献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5542E-6922-479F-8130-1F62C71A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示例数值 · 保持其余配置一致，逐项改变组件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57C2A-0104-4BDA-8F6D-27C5164079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b416a843a4591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4E2ED-DDF1-439A-8783-8FF3C281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B09E7-F100-4EFA-8641-6CE52BB9C50D}"/>
              </a:ext>
            </a:extLst>
          </p:cNvPr>
          <p:cNvGraphicFramePr/>
          <p:nvPr/>
        </p:nvGraphicFramePr>
        <p:xfrm>
          <a:off xmlns:a="http://schemas.openxmlformats.org/drawingml/2006/main" x="704850" y="2095500"/>
          <a:ext xmlns:a="http://schemas.openxmlformats.org/drawingml/2006/main" cx="107823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2695575"/>
                <a:gridCol w="2695575"/>
                <a:gridCol w="2695575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配置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组件 A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组件 B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 ↑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 A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74.0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73.0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完整方法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78.0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6266B-E290-42B6-BF19-1D312449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此页仅演示排版；不能由这些示例数值推断真实因果关系或显著性。</a:t>
            </a:r>
          </a:p>
        </p:txBody>
      </p:sp>
    </p:spTree>
    <p:extLst>
      <p:ext uri="{BB962C8B-B14F-4D97-AF65-F5344CB8AC3E}">
        <p14:creationId xmlns:p14="http://schemas.microsoft.com/office/powerpoint/2010/main" val="17010935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3B59C-6E6D-4EA4-AE9B-A723ADD9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鲁棒性：性能随扰动的变化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0856F-0E05-4E81-B43D-F0BFD490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横轴：归一化扰动强度 · 纵轴：准确率（%）↑ · 示例数据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83DA8-CF4C-46A5-9E7A-D07D6C93C8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bb8b4a1db48bb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14275-0D42-441E-BC77-26EA2E56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C01AAF7-AD55-46F3-92D4-8A90D87B6A66}"/>
              </a:ext>
            </a:extLst>
          </p:cNvPr>
          <p:cNvGraphicFramePr/>
          <p:nvPr/>
        </p:nvGraphicFramePr>
        <p:xfrm>
          <a:off xmlns:a="http://schemas.openxmlformats.org/drawingml/2006/main" x="723900" y="21431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ac41ee691e439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B1F24-D87B-4264-B276-02844890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正式报告须定义扰动类型、强度单位、攻击预算和评价协议。</a:t>
            </a:r>
          </a:p>
        </p:txBody>
      </p:sp>
    </p:spTree>
    <p:extLst>
      <p:ext uri="{BB962C8B-B14F-4D97-AF65-F5344CB8AC3E}">
        <p14:creationId xmlns:p14="http://schemas.microsoft.com/office/powerpoint/2010/main" val="6127372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318BF-12B6-4E21-87BA-B6D18CF6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定性分析：把证据放在同一尺度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C33D5-5AE8-4AAB-8FE9-CCE07BAF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替换为真实样本，保留一致裁剪、尺度和色标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DA0CA-C07D-46A7-8F91-6AB5200E5E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2cfd671294ef4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D33B8-1F5F-4C16-BD84-3DB0170B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76D61-90B3-4325-A72D-B465BE94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3371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输入样本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6BAD7-6469-4827-A22A-47FF544D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33718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DD7B0-CA1D-4104-A107-E04A602F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43325"/>
            <a:ext cx="2638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插入实验图像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7C631-59CD-4285-8D31-E2D36030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71700"/>
            <a:ext cx="3371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对照方法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F200E-612A-41E5-8DA2-62DED0A7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33718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7191C-4F0F-4D95-AE17-D65335C7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743325"/>
            <a:ext cx="2638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插入实验图像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578BB-9E50-489E-9E6A-F2A245F8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371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本研究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B1C67-7E4B-485A-AFEF-851F6893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47975"/>
            <a:ext cx="33718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473FD-9C51-470A-870A-3DAEFC3D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43325"/>
            <a:ext cx="2638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插入实验图像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040EC-B705-4C5C-A26C-8A5C299F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图注：[样本来源 / 编号]  ·  [选择规则]  ·  [指出可见差异及失败案例]</a:t>
            </a:r>
          </a:p>
        </p:txBody>
      </p:sp>
    </p:spTree>
    <p:extLst>
      <p:ext uri="{BB962C8B-B14F-4D97-AF65-F5344CB8AC3E}">
        <p14:creationId xmlns:p14="http://schemas.microsoft.com/office/powerpoint/2010/main" val="10136711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CA835-D867-4760-B715-45F6920C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结论、边界与下一步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BEBBF-F496-442F-95B4-D710B327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将已有证据与待验证假设明确区分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9C0E4-90D8-417F-B8CF-ACB03CBAAE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665f0658646b0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EDB6E-2B7C-42DD-9FC4-CC1CE17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978D6-E448-408E-B41B-F682FBDF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67ECC-5772-4CE5-BAA2-17B9BE0A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431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主要发现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0A660-974F-4FBC-A691-6B94E7D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[用一句话写出证据支持的结论及适用范围。]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8C141-CB45-4B29-B24E-665207B7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D8EF8-E856-4A78-B868-EA40CB4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004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当前局限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5449A-FD55-4DDE-B255-38E3A8CF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[数据、计算成本、假设或失败条件。]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88025-F709-4069-AABA-315BF85D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0C519-C1A9-481B-8252-A14BD1F7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577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下一步验证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E9D83-5033-40F6-B854-4316E942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625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[提出一个可执行的实验及其判断标准。]</a:t>
            </a:r>
          </a:p>
        </p:txBody>
      </p:sp>
    </p:spTree>
    <p:extLst>
      <p:ext uri="{BB962C8B-B14F-4D97-AF65-F5344CB8AC3E}">
        <p14:creationId xmlns:p14="http://schemas.microsoft.com/office/powerpoint/2010/main" val="12463115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EC72F-2EF0-4A7F-9759-9516E216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参考文献与复现资源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C1B60-1CE3-4EAF-962F-2676C884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仅列本次汇报实际引用的资料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19925-5869-4D36-8685-D99FC1E1F7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d24a3767c44e9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58263-996D-4000-B0A2-608AADB1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AAAD8-12A6-4AF0-BEE1-F2691393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57275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[1] 作者. 论文标题. 会议 / 期刊, 年份. DOI /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[2] 作者. 数据集或软件名称. 版本, 年份.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代码：[仓库地址与 commit]</a:t>
            </a:r>
          </a:p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数据：[版本与访问说明]</a:t>
            </a:r>
          </a:p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联系：[团队认可的邮箱或主页]</a:t>
            </a:r>
          </a:p>
        </p:txBody>
      </p:sp>
    </p:spTree>
    <p:extLst>
      <p:ext uri="{BB962C8B-B14F-4D97-AF65-F5344CB8AC3E}">
        <p14:creationId xmlns:p14="http://schemas.microsoft.com/office/powerpoint/2010/main" val="16574305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36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51A33-82EE-42C7-9017-D15865752E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2e183259b4c93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F9A03-6615-4D84-AB7C-FF07531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8D9E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B8D9EE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1C961-603A-4B24-AB16-27846191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讨论与交流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7A6FE-E0B7-439B-B7A6-E7B85CDF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67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rPr>
              <a:t>智能设计与鲁棒学习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640DF-2FF8-491A-A4B0-5B06D48D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815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BDC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9BDCF2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9BDCF2"/>
                </a:solidFill>
                <a:latin typeface="Inter"/>
                <a:ea typeface="Inter"/>
                <a:cs typeface="Inter"/>
              </a:rPr>
              <a:t>Intelligent Design and Robust Learning</a:t>
            </a:r>
          </a:p>
        </p:txBody>
      </p:sp>
    </p:spTree>
    <p:extLst>
      <p:ext uri="{BB962C8B-B14F-4D97-AF65-F5344CB8AC3E}">
        <p14:creationId xmlns:p14="http://schemas.microsoft.com/office/powerpoint/2010/main" val="1177891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2026-10-12T10:17:05.2090000Z</dcterms:created>
  <dcterms:modified xsi:type="dcterms:W3CDTF">2026-10-12T10:17:05.2090000Z</dcterms:modified>
</coreProperties>
</file>