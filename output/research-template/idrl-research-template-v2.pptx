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54b197d4e4380" /><Relationship Type="http://schemas.openxmlformats.org/officeDocument/2006/relationships/extended-properties" Target="/docProps/app.xml" Id="R14deacf5dd1f4cfd" /><Relationship Type="http://schemas.openxmlformats.org/officeDocument/2006/relationships/officeDocument" Target="/ppt/presentation.xml" Id="R908d9012bd4b44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75a853b9474ed6"/>
  </p:sldMasterIdLst>
  <p:notesMasterIdLst>
    <p:notesMasterId xmlns:r="http://schemas.openxmlformats.org/officeDocument/2006/relationships" r:id="Rddd611a0feaa4487"/>
  </p:notesMasterIdLst>
  <p:sldIdLst>
    <p:sldId xmlns:r="http://schemas.openxmlformats.org/officeDocument/2006/relationships" id="256" r:id="Rcbdb13159ee348f6"/>
    <p:sldId xmlns:r="http://schemas.openxmlformats.org/officeDocument/2006/relationships" id="257" r:id="Rfafb2ca36d3f427f"/>
    <p:sldId xmlns:r="http://schemas.openxmlformats.org/officeDocument/2006/relationships" id="258" r:id="Raa27d8c6d9bc434d"/>
    <p:sldId xmlns:r="http://schemas.openxmlformats.org/officeDocument/2006/relationships" id="259" r:id="R985bf6d8446e4879"/>
    <p:sldId xmlns:r="http://schemas.openxmlformats.org/officeDocument/2006/relationships" id="260" r:id="R49a1273774434ae4"/>
    <p:sldId xmlns:r="http://schemas.openxmlformats.org/officeDocument/2006/relationships" id="261" r:id="R83558d765325446c"/>
    <p:sldId xmlns:r="http://schemas.openxmlformats.org/officeDocument/2006/relationships" id="262" r:id="R04a0282daf444347"/>
    <p:sldId xmlns:r="http://schemas.openxmlformats.org/officeDocument/2006/relationships" id="263" r:id="R12f895a0ec8d46ad"/>
    <p:sldId xmlns:r="http://schemas.openxmlformats.org/officeDocument/2006/relationships" id="264" r:id="Ra500dcd32c464532"/>
    <p:sldId xmlns:r="http://schemas.openxmlformats.org/officeDocument/2006/relationships" id="265" r:id="Rff3c7006ed7a47fc"/>
    <p:sldId xmlns:r="http://schemas.openxmlformats.org/officeDocument/2006/relationships" id="266" r:id="Rf2b18e30e0c74f2e"/>
    <p:sldId xmlns:r="http://schemas.openxmlformats.org/officeDocument/2006/relationships" id="267" r:id="R295aa4a55ea84729"/>
    <p:sldId xmlns:r="http://schemas.openxmlformats.org/officeDocument/2006/relationships" id="268" r:id="R2f0408207c7044a2"/>
    <p:sldId xmlns:r="http://schemas.openxmlformats.org/officeDocument/2006/relationships" id="269" r:id="Rd3f8db1582f24fcb"/>
    <p:sldId xmlns:r="http://schemas.openxmlformats.org/officeDocument/2006/relationships" id="270" r:id="Rb6f2be93c7cf460e"/>
    <p:sldId xmlns:r="http://schemas.openxmlformats.org/officeDocument/2006/relationships" id="271" r:id="R0685b2ace2a44b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ff7fb5443436f" /><Relationship Type="http://schemas.openxmlformats.org/officeDocument/2006/relationships/slideMaster" Target="/ppt/slideMasters/slideMaster1.xml" Id="R2a75a853b9474ed6" /><Relationship Type="http://schemas.openxmlformats.org/officeDocument/2006/relationships/notesMaster" Target="/ppt/notesMasters/notesMaster1.xml" Id="Rddd611a0feaa4487" /><Relationship Type="http://schemas.openxmlformats.org/officeDocument/2006/relationships/presProps" Target="/ppt/presProps.xml" Id="R17a5307642dc4041" /><Relationship Type="http://schemas.openxmlformats.org/officeDocument/2006/relationships/tableStyles" Target="/ppt/tableStyles.xml" Id="R0a66d5c2f40c4297" /><Relationship Type="http://schemas.openxmlformats.org/officeDocument/2006/relationships/slide" Target="/ppt/slides/slide1.xml" Id="Rcbdb13159ee348f6" /><Relationship Type="http://schemas.openxmlformats.org/officeDocument/2006/relationships/slide" Target="/ppt/slides/slide2.xml" Id="Rfafb2ca36d3f427f" /><Relationship Type="http://schemas.openxmlformats.org/officeDocument/2006/relationships/slide" Target="/ppt/slides/slide3.xml" Id="Raa27d8c6d9bc434d" /><Relationship Type="http://schemas.openxmlformats.org/officeDocument/2006/relationships/slide" Target="/ppt/slides/slide4.xml" Id="R985bf6d8446e4879" /><Relationship Type="http://schemas.openxmlformats.org/officeDocument/2006/relationships/slide" Target="/ppt/slides/slide5.xml" Id="R49a1273774434ae4" /><Relationship Type="http://schemas.openxmlformats.org/officeDocument/2006/relationships/slide" Target="/ppt/slides/slide6.xml" Id="R83558d765325446c" /><Relationship Type="http://schemas.openxmlformats.org/officeDocument/2006/relationships/slide" Target="/ppt/slides/slide7.xml" Id="R04a0282daf444347" /><Relationship Type="http://schemas.openxmlformats.org/officeDocument/2006/relationships/slide" Target="/ppt/slides/slide8.xml" Id="R12f895a0ec8d46ad" /><Relationship Type="http://schemas.openxmlformats.org/officeDocument/2006/relationships/slide" Target="/ppt/slides/slide9.xml" Id="Ra500dcd32c464532" /><Relationship Type="http://schemas.openxmlformats.org/officeDocument/2006/relationships/slide" Target="/ppt/slides/slide10.xml" Id="Rff3c7006ed7a47fc" /><Relationship Type="http://schemas.openxmlformats.org/officeDocument/2006/relationships/slide" Target="/ppt/slides/slide11.xml" Id="Rf2b18e30e0c74f2e" /><Relationship Type="http://schemas.openxmlformats.org/officeDocument/2006/relationships/slide" Target="/ppt/slides/slide12.xml" Id="R295aa4a55ea84729" /><Relationship Type="http://schemas.openxmlformats.org/officeDocument/2006/relationships/slide" Target="/ppt/slides/slide13.xml" Id="R2f0408207c7044a2" /><Relationship Type="http://schemas.openxmlformats.org/officeDocument/2006/relationships/slide" Target="/ppt/slides/slide14.xml" Id="Rd3f8db1582f24fcb" /><Relationship Type="http://schemas.openxmlformats.org/officeDocument/2006/relationships/slide" Target="/ppt/slides/slide15.xml" Id="Rb6f2be93c7cf460e" /><Relationship Type="http://schemas.openxmlformats.org/officeDocument/2006/relationships/slide" Target="/ppt/slides/slide16.xml" Id="R0685b2ace2a44b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5f3c9078e941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91fbab0c3a45c5" /><Relationship Type="http://schemas.openxmlformats.org/officeDocument/2006/relationships/notesMaster" Target="/ppt/notesMasters/notesMaster1.xml" Id="R58b4fe565d8c48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dbd0c0539c428f" /><Relationship Type="http://schemas.openxmlformats.org/officeDocument/2006/relationships/notesMaster" Target="/ppt/notesMasters/notesMaster1.xml" Id="Rbea9fec493ea41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e7269fc9384928" /><Relationship Type="http://schemas.openxmlformats.org/officeDocument/2006/relationships/notesMaster" Target="/ppt/notesMasters/notesMaster1.xml" Id="Rc7c0e21e9c3e46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25c9f5005547fe" /><Relationship Type="http://schemas.openxmlformats.org/officeDocument/2006/relationships/notesMaster" Target="/ppt/notesMasters/notesMaster1.xml" Id="R316a278a98204f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824b3e41574a8c" /><Relationship Type="http://schemas.openxmlformats.org/officeDocument/2006/relationships/notesMaster" Target="/ppt/notesMasters/notesMaster1.xml" Id="R40b67ae6909548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03968add9d4825" /><Relationship Type="http://schemas.openxmlformats.org/officeDocument/2006/relationships/notesMaster" Target="/ppt/notesMasters/notesMaster1.xml" Id="Rc22ea009b28446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648b4b6f56424f" /><Relationship Type="http://schemas.openxmlformats.org/officeDocument/2006/relationships/notesMaster" Target="/ppt/notesMasters/notesMaster1.xml" Id="Rf4aa588891e046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322c3c0cd14cda" /><Relationship Type="http://schemas.openxmlformats.org/officeDocument/2006/relationships/notesMaster" Target="/ppt/notesMasters/notesMaster1.xml" Id="R4d542919514b41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6918f5df13462c" /><Relationship Type="http://schemas.openxmlformats.org/officeDocument/2006/relationships/notesMaster" Target="/ppt/notesMasters/notesMaster1.xml" Id="Reebfdad5de2d42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a9507a3ea24c00" /><Relationship Type="http://schemas.openxmlformats.org/officeDocument/2006/relationships/notesMaster" Target="/ppt/notesMasters/notesMaster1.xml" Id="Rd98120eceb624c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0868ddcf5148df" /><Relationship Type="http://schemas.openxmlformats.org/officeDocument/2006/relationships/notesMaster" Target="/ppt/notesMasters/notesMaster1.xml" Id="Reea751a6e20d45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793a93f25b4663" /><Relationship Type="http://schemas.openxmlformats.org/officeDocument/2006/relationships/notesMaster" Target="/ppt/notesMasters/notesMaster1.xml" Id="Rda3a6804de5840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eb2661da834ef4" /><Relationship Type="http://schemas.openxmlformats.org/officeDocument/2006/relationships/notesMaster" Target="/ppt/notesMasters/notesMaster1.xml" Id="R738f12afd73444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b7d1b6be964e39" /><Relationship Type="http://schemas.openxmlformats.org/officeDocument/2006/relationships/notesMaster" Target="/ppt/notesMasters/notesMaster1.xml" Id="Rff6430796fff4c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a9a1fb7d4748ba" /><Relationship Type="http://schemas.openxmlformats.org/officeDocument/2006/relationships/notesMaster" Target="/ppt/notesMasters/notesMaster1.xml" Id="Re09c891f56f845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fef7c1ba3b40eb" /><Relationship Type="http://schemas.openxmlformats.org/officeDocument/2006/relationships/notesMaster" Target="/ppt/notesMasters/notesMaster1.xml" Id="R8df33641eec540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ec030b60740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8f7eecb064f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38ff5cced46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b656a88c446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00b58e6164e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eb16984ce44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25EC26-F1CE-4930-99FD-AC92B4C68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C949FA-5052-4184-9105-A74608D63D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63F31B-DAB7-4797-BB2E-08FA50E40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8A46C4-C48D-439D-B9CE-01A94E1B9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D4E07A-E9F2-4EBC-8FB0-3DE2071029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AE9B76-C477-471C-BE4C-90E8DFA45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25BBE7-62B1-41D7-90E1-164C2EED4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3F1A91-6B96-4A23-8A3E-3EAAE43804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C6C6B5-0F06-4FE5-969A-E2F51AACB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9B5EC1-60BB-4182-BC7A-9B64D7F609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6e200b892b409e" /><Relationship Type="http://schemas.openxmlformats.org/officeDocument/2006/relationships/slideLayout" Target="/ppt/slideLayouts/slideLayout1.xml" Id="R6158044ae98a4403" /><Relationship Type="http://schemas.openxmlformats.org/officeDocument/2006/relationships/slideLayout" Target="/ppt/slideLayouts/slideLayout2.xml" Id="R3973203f3c6c4862" /><Relationship Type="http://schemas.openxmlformats.org/officeDocument/2006/relationships/slideLayout" Target="/ppt/slideLayouts/slideLayout3.xml" Id="R39e45711df174976" /><Relationship Type="http://schemas.openxmlformats.org/officeDocument/2006/relationships/slideLayout" Target="/ppt/slideLayouts/slideLayout4.xml" Id="Rfd9cc0f5bacd4b5c" /><Relationship Type="http://schemas.openxmlformats.org/officeDocument/2006/relationships/slideLayout" Target="/ppt/slideLayouts/slideLayout5.xml" Id="Reee7c472d891409e" /><Relationship Type="http://schemas.openxmlformats.org/officeDocument/2006/relationships/slideLayout" Target="/ppt/slideLayouts/slideLayout6.xml" Id="R15834b31cccf4d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8044ae98a4403"/>
    <p:sldLayoutId xmlns:r="http://schemas.openxmlformats.org/officeDocument/2006/relationships" id="2147483650" r:id="R3973203f3c6c4862"/>
    <p:sldLayoutId xmlns:r="http://schemas.openxmlformats.org/officeDocument/2006/relationships" id="2147483651" r:id="R39e45711df174976"/>
    <p:sldLayoutId xmlns:r="http://schemas.openxmlformats.org/officeDocument/2006/relationships" id="2147483652" r:id="Rfd9cc0f5bacd4b5c"/>
    <p:sldLayoutId xmlns:r="http://schemas.openxmlformats.org/officeDocument/2006/relationships" id="2147483653" r:id="Reee7c472d891409e"/>
    <p:sldLayoutId xmlns:r="http://schemas.openxmlformats.org/officeDocument/2006/relationships" id="2147483654" r:id="R15834b31cccf4d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5ddbf93c54d87" /><Relationship Type="http://schemas.openxmlformats.org/officeDocument/2006/relationships/image" Target="/ppt/media/image.png" Id="R0b150776225e4588" /><Relationship Type="http://schemas.openxmlformats.org/officeDocument/2006/relationships/notesSlide" Target="/ppt/notesSlides/notesSlide1.xml" Id="R266a92b3f22f42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157ca1529413f" /><Relationship Type="http://schemas.openxmlformats.org/officeDocument/2006/relationships/image" Target="/ppt/media/image2.png" Id="Rbc89983d7fe94034" /><Relationship Type="http://schemas.openxmlformats.org/officeDocument/2006/relationships/notesSlide" Target="/ppt/notesSlides/notesSlide2.xml" Id="R6113bd8d132c42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55c814c5d4611" /><Relationship Type="http://schemas.openxmlformats.org/officeDocument/2006/relationships/image" Target="/ppt/media/image3.png" Id="Ra27d68f281504e64" /><Relationship Type="http://schemas.openxmlformats.org/officeDocument/2006/relationships/notesSlide" Target="/ppt/notesSlides/notesSlide3.xml" Id="R04bdad666db846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6d5db1f564f32" /><Relationship Type="http://schemas.openxmlformats.org/officeDocument/2006/relationships/image" Target="/ppt/media/image4.png" Id="R869e4be013794b12" /><Relationship Type="http://schemas.openxmlformats.org/officeDocument/2006/relationships/notesSlide" Target="/ppt/notesSlides/notesSlide4.xml" Id="R3a13ee5c31f6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301343a6e462a" /><Relationship Type="http://schemas.openxmlformats.org/officeDocument/2006/relationships/image" Target="/ppt/media/image5.png" Id="R6c54e2b91fb6408d" /><Relationship Type="http://schemas.openxmlformats.org/officeDocument/2006/relationships/notesSlide" Target="/ppt/notesSlides/notesSlide5.xml" Id="Rbf149c2537474b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75257d8df48eb" /><Relationship Type="http://schemas.openxmlformats.org/officeDocument/2006/relationships/image" Target="/ppt/media/image6.png" Id="Rb11526a9986246bc" /><Relationship Type="http://schemas.openxmlformats.org/officeDocument/2006/relationships/notesSlide" Target="/ppt/notesSlides/notesSlide6.xml" Id="R3eda926c221941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801298db74d3a" /><Relationship Type="http://schemas.openxmlformats.org/officeDocument/2006/relationships/image" Target="/ppt/media/image7.png" Id="Rf1aa73a173944e2b" /><Relationship Type="http://schemas.openxmlformats.org/officeDocument/2006/relationships/notesSlide" Target="/ppt/notesSlides/notesSlide7.xml" Id="Rb394be5596ec4d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55ebf24544055" /><Relationship Type="http://schemas.openxmlformats.org/officeDocument/2006/relationships/image" Target="/ppt/media/image8.png" Id="R9a98ba385de842fa" /><Relationship Type="http://schemas.openxmlformats.org/officeDocument/2006/relationships/notesSlide" Target="/ppt/notesSlides/notesSlide8.xml" Id="Ra229e350d9f34b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8c19839734360" /><Relationship Type="http://schemas.openxmlformats.org/officeDocument/2006/relationships/image" Target="/ppt/media/image9.png" Id="R1a4ed958d13d41eb" /><Relationship Type="http://schemas.openxmlformats.org/officeDocument/2006/relationships/chart" Target="/ppt/slides/charts/chart1.xml" Id="R54714a86edf24212" /><Relationship Type="http://schemas.openxmlformats.org/officeDocument/2006/relationships/notesSlide" Target="/ppt/notesSlides/notesSlide9.xml" Id="Rae0857bad4164a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b13f3e2dd4718" /><Relationship Type="http://schemas.openxmlformats.org/officeDocument/2006/relationships/image" Target="/ppt/media/image10.png" Id="R57c4b57421f34790" /><Relationship Type="http://schemas.openxmlformats.org/officeDocument/2006/relationships/chart" Target="/ppt/slides/charts/chart2.xml" Id="R8d05382f323546a9" /><Relationship Type="http://schemas.openxmlformats.org/officeDocument/2006/relationships/notesSlide" Target="/ppt/notesSlides/notesSlide10.xml" Id="R3d1c52f4c3d242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4c632c9304def" /><Relationship Type="http://schemas.openxmlformats.org/officeDocument/2006/relationships/image" Target="/ppt/media/image11.png" Id="R8f3931d2d5ca41e1" /><Relationship Type="http://schemas.openxmlformats.org/officeDocument/2006/relationships/notesSlide" Target="/ppt/notesSlides/notesSlide11.xml" Id="Ra5c43b8551cf49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2284722df4f8d" /><Relationship Type="http://schemas.openxmlformats.org/officeDocument/2006/relationships/image" Target="/ppt/media/image12.png" Id="Rb090b91278224e16" /><Relationship Type="http://schemas.openxmlformats.org/officeDocument/2006/relationships/chart" Target="/ppt/slides/charts/chart3.xml" Id="R381e656642f64637" /><Relationship Type="http://schemas.openxmlformats.org/officeDocument/2006/relationships/notesSlide" Target="/ppt/notesSlides/notesSlide12.xml" Id="R13cf428e17ec42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760a63fb0454b" /><Relationship Type="http://schemas.openxmlformats.org/officeDocument/2006/relationships/image" Target="/ppt/media/image13.png" Id="R4989d772268341ae" /><Relationship Type="http://schemas.openxmlformats.org/officeDocument/2006/relationships/notesSlide" Target="/ppt/notesSlides/notesSlide13.xml" Id="R114c31a4654f49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e06ab03cb4fc9" /><Relationship Type="http://schemas.openxmlformats.org/officeDocument/2006/relationships/image" Target="/ppt/media/image14.png" Id="Rc74f689845ea4758" /><Relationship Type="http://schemas.openxmlformats.org/officeDocument/2006/relationships/notesSlide" Target="/ppt/notesSlides/notesSlide14.xml" Id="Raeb33c3f0d6e4e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c927028b34ffe" /><Relationship Type="http://schemas.openxmlformats.org/officeDocument/2006/relationships/image" Target="/ppt/media/image15.png" Id="R2b747d0dbf464cdb" /><Relationship Type="http://schemas.openxmlformats.org/officeDocument/2006/relationships/notesSlide" Target="/ppt/notesSlides/notesSlide15.xml" Id="R2720c562b14540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7c3c0abc04931" /><Relationship Type="http://schemas.openxmlformats.org/officeDocument/2006/relationships/image" Target="/ppt/media/image16.png" Id="Rb2ea7d8eb61e4656" /><Relationship Type="http://schemas.openxmlformats.org/officeDocument/2006/relationships/notesSlide" Target="/ppt/notesSlides/notesSlide16.xml" Id="Ra3b809abd41e46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cat>
            <c:strRef>
              <c:f>'Chart Data'!$A$2:$A$4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71</c:v>
                </c:pt>
                <c:pt idx="1">
                  <c:v>65</c:v>
                </c:pt>
                <c:pt idx="2">
                  <c:v>59</c:v>
                </c:pt>
              </c:numCache>
            </c:numRef>
          </c:val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cat>
            <c:strRef>
              <c:f>'Chart Data'!$C$2:$C$4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78</c:v>
                </c:pt>
                <c:pt idx="1">
                  <c:v>74</c:v>
                </c:pt>
                <c:pt idx="2">
                  <c:v>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marker>
            <c:symbol val="square"/>
            <c:size val="8"/>
            <c:spPr>
              <a:solidFill xmlns:a="http://schemas.openxmlformats.org/drawingml/2006/main">
                <a:srgbClr val="203663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1.6</c:v>
                </c:pt>
                <c:pt idx="1">
                  <c:v>1.12</c:v>
                </c:pt>
                <c:pt idx="2">
                  <c:v>0.85</c:v>
                </c:pt>
                <c:pt idx="3">
                  <c:v>0.71</c:v>
                </c:pt>
                <c:pt idx="4">
                  <c:v>0.63</c:v>
                </c:pt>
                <c:pt idx="5">
                  <c:v>0.58</c:v>
                </c:pt>
              </c:numCache>
            </c:numRef>
          </c:val>
          <c:smooth val="0"/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36DB9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1.6</c:v>
                </c:pt>
                <c:pt idx="1">
                  <c:v>0.95</c:v>
                </c:pt>
                <c:pt idx="2">
                  <c:v>0.63</c:v>
                </c:pt>
                <c:pt idx="3">
                  <c:v>0.47</c:v>
                </c:pt>
                <c:pt idx="4">
                  <c:v>0.39</c:v>
                </c:pt>
                <c:pt idx="5">
                  <c:v>0.34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marker>
            <c:symbol val="square"/>
            <c:size val="8"/>
            <c:spPr>
              <a:solidFill xmlns:a="http://schemas.openxmlformats.org/drawingml/2006/main">
                <a:srgbClr val="203663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84</c:v>
                </c:pt>
                <c:pt idx="1">
                  <c:v>78</c:v>
                </c:pt>
                <c:pt idx="2">
                  <c:v>67</c:v>
                </c:pt>
                <c:pt idx="3">
                  <c:v>53</c:v>
                </c:pt>
                <c:pt idx="4">
                  <c:v>39</c:v>
                </c:pt>
              </c:numCache>
            </c:numRef>
          </c:val>
          <c:smooth val="0"/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36DB9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85</c:v>
                </c:pt>
                <c:pt idx="1">
                  <c:v>82</c:v>
                </c:pt>
                <c:pt idx="2">
                  <c:v>77</c:v>
                </c:pt>
                <c:pt idx="3">
                  <c:v>69</c:v>
                </c:pt>
                <c:pt idx="4">
                  <c:v>60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A5BF0-9F9C-4BFB-AE59-7EC4A2D33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50776225e4588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289CD-3F3A-4D05-95D7-646116BE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BD6AD-C111-40E3-944B-0CDB66E0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研究报告标题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7B7B-B28C-4B00-ABE9-291B670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在这里写一句清晰的研究主张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09F6-94E6-4CF9-BF5B-49D22AFC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汇报人姓名  ·  学术交流 / 组会  ·  YYYY.MM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C7290-A9DD-46E4-8228-413F12B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36DB9"/>
                </a:solidFill>
                <a:latin typeface="Inter"/>
                <a:ea typeface="Inter"/>
                <a:cs typeface="Inter"/>
              </a:rPr>
              <a:t>Intelligent Design and Robust Learning</a:t>
            </a:r>
          </a:p>
        </p:txBody>
      </p:sp>
    </p:spTree>
    <p:extLst>
      <p:ext uri="{BB962C8B-B14F-4D97-AF65-F5344CB8AC3E}">
        <p14:creationId xmlns:p14="http://schemas.microsoft.com/office/powerpoint/2010/main" val="510517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FC7E0-3C82-4994-B93C-91252CD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从研究问题到证据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E2BEF-DB0A-496E-86D9-34F4CD6C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汇报结构 · 按研究内容替换以下标题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C7B5B-53D8-40AB-93D3-2310C4781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9983d7fe94034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BC0F9-D978-4D22-AA35-A266C80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3C6DB-83B1-4793-B6FA-2CAED68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C2AD6-A75E-4A5F-9F69-360AF377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812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问题与假设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67050-D3E1-4D14-A4D5-E1E61EBD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860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研究对象、现有不足，以及可检验的假设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85F90-170F-4908-980A-3821B210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C9BD-A9B6-4564-A043-F24E470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766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方法与实验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5F8FB-D7FE-492D-932E-03E39A0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814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核心机制、公平对照和复现条件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1D820-3750-4915-ABA5-21695490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76634-AB9B-44FB-AFC6-992081C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7720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证据与边界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81E4C-8803-43E9-BED9-45C4D91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76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主要结果、失效条件与下一步验证</a:t>
            </a:r>
          </a:p>
        </p:txBody>
      </p:sp>
    </p:spTree>
    <p:extLst>
      <p:ext uri="{BB962C8B-B14F-4D97-AF65-F5344CB8AC3E}">
        <p14:creationId xmlns:p14="http://schemas.microsoft.com/office/powerpoint/2010/main" val="335183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355B-EC00-4E30-82AA-65DDDEF78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d68f281504e64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65131-C92C-45C2-8DBE-D8D0C04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B8D9EE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985EB-AF04-44AE-BF7A-DD2579D4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9BDCF2"/>
                </a:solidFill>
                <a:latin typeface="Inter"/>
                <a:ea typeface="Inter"/>
                <a:cs typeface="Inter"/>
              </a:rPr>
              <a:t>01 / 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D1C96-5742-4D81-9819-FB9B2C88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问题与假设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2D0F6-8CFF-4E28-B8F6-F9FC30D1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95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用一个明确的问题，串起方法与证据。</a:t>
            </a:r>
          </a:p>
        </p:txBody>
      </p:sp>
    </p:spTree>
    <p:extLst>
      <p:ext uri="{BB962C8B-B14F-4D97-AF65-F5344CB8AC3E}">
        <p14:creationId xmlns:p14="http://schemas.microsoft.com/office/powerpoint/2010/main" val="1479006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171BA-E476-4E8F-AD43-45B104AD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我们要解决什么问题？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F1CB7-32DC-46B8-BF5F-74F8EA33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把背景、缺口与可检验假设分开表述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73090-5C54-4DD0-AE13-5FC6277AD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e4be013794b12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6C59D-7290-47BA-B36B-4430F803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97081-1D04-4DFF-B0D8-2E3809FE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FEE62-E5BB-4E23-9685-66FA0B5B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431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42C03-1D08-4B19-8977-CFB21CBF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[对象] 在 [场景] 中受到 [约束] 的影响。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F1769-2376-4203-8AF7-E9C6A2C0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DD0C7-EB43-4CE2-8436-FAB73C1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关键缺口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6DA41-D60F-4AA6-8D76-001CF5E1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现有方法在 [条件] 下存在 [可测量问题]。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B53A6-0D0C-4246-9926-7F625906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1A78A-9034-4299-BBE3-88061484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577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研究假设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72D02-87AA-444F-8CAE-37F262F9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625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通过 [机制]，可以改善 [指标]，且满足 [约束]。</a:t>
            </a:r>
          </a:p>
        </p:txBody>
      </p:sp>
    </p:spTree>
    <p:extLst>
      <p:ext uri="{BB962C8B-B14F-4D97-AF65-F5344CB8AC3E}">
        <p14:creationId xmlns:p14="http://schemas.microsoft.com/office/powerpoint/2010/main" val="1120337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D070A-C594-4337-AAA0-C3EC4376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相关工作与研究定位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FEFB4-27D1-433B-8806-C9439FE6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填写真实文献；在方法名称后添加对应引用编号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D542E-644A-4E7A-9DF3-E408238D37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4e2b91fb6408d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3DCFC-5FEC-46E3-8A5C-4A96DADB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11401-842C-49D7-AEE5-B17AD6CE3206}"/>
              </a:ext>
            </a:extLst>
          </p:cNvPr>
          <p:cNvGraphicFramePr/>
          <p:nvPr/>
        </p:nvGraphicFramePr>
        <p:xfrm>
          <a:off xmlns:a="http://schemas.openxmlformats.org/drawingml/2006/main" x="704850" y="2238375"/>
          <a:ext xmlns:a="http://schemas.openxmlformats.org/drawingml/2006/main" cx="107823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2695575"/>
                <a:gridCol w="2695575"/>
                <a:gridCol w="26955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 / 文献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主要假设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适用条件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尚未解决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[方法 A, 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[假设]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[条件]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[局限]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[方法 B, 2]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[假设]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[条件]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[局限]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本研究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[新增机制]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[验证范围]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[开放问题]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1512A-C91B-4F7C-8D80-B378EA7D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引用格式：[1] 作者. 论文标题. 会议 / 期刊, 年份. DOI / URL.</a:t>
            </a:r>
          </a:p>
        </p:txBody>
      </p:sp>
    </p:spTree>
    <p:extLst>
      <p:ext uri="{BB962C8B-B14F-4D97-AF65-F5344CB8AC3E}">
        <p14:creationId xmlns:p14="http://schemas.microsoft.com/office/powerpoint/2010/main" val="1494008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886F5-0AE8-4977-ADB0-0A115718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方法：从输入到可验证输出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B9049-4446-40A6-BAAC-9D2A4740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流程图中的模块与文字均可编辑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C9D8F-49B0-420A-97AD-768A64452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526a9986246bc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A8667-BE5C-4239-8155-49D2968B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56AF9-D99A-474C-B8CE-ABE4C868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503A2-0B5B-46BA-A70C-58C237D7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935F8-8F82-4082-A23C-2E2D2EE5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数据 / 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65E4A-2515-4025-BE60-48457F20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B43E7-8FD3-4EB6-A9A0-1FC9150B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73F08-8B92-4EA4-9AF6-46FC03DF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表征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D4165-9B8C-447D-8376-25C44BA6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编码 / 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91A51-543D-46AE-B2CC-D0F9F89B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54757-F892-4AD0-BBC2-436A85CB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97B4E-9461-4845-AB93-53F252A3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BF5E3-3697-4C7B-8E70-77CE5F1A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目标 / 学习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D103B-1868-4821-9D26-BF5E74E5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48025"/>
            <a:ext cx="390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CFFA4-9B2A-48A0-BF5E-5688A5E7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2333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4B89C-13CD-4463-AF04-ED41D36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009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672D3-C575-42DA-BC3C-50DD5C3C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004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设计 / 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F65EA-33A0-495C-97A0-6E0C0557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核心机制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98224-D090-4DEC-93FB-8BECA0B9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48225"/>
            <a:ext cx="871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[说明一个决定性设计，并指出它对应的实验验证。]</a:t>
            </a:r>
          </a:p>
        </p:txBody>
      </p:sp>
    </p:spTree>
    <p:extLst>
      <p:ext uri="{BB962C8B-B14F-4D97-AF65-F5344CB8AC3E}">
        <p14:creationId xmlns:p14="http://schemas.microsoft.com/office/powerpoint/2010/main" val="186734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BAB34-3161-47A2-9397-78805F2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目标函数与符号约定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2A001-94FA-40FF-AAF9-5CECDE94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替换为实际数学表达式；此处为可编辑文本示例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D8AB5-D662-4B9D-9249-F69813A75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a73a173944e2b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C1BD0-18A3-4DF9-891F-3B5B494B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D2176-2899-4C69-8D5D-7CBB550A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03663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3663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203663"/>
                </a:solidFill>
                <a:latin typeface="Inter"/>
                <a:ea typeface="Inter"/>
                <a:cs typeface="Inter"/>
              </a:rPr>
              <a:t>L = Ltask + λ Lrobust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77A2E-2F50-44E2-8FB4-28E7B38D8077}"/>
              </a:ext>
            </a:extLst>
          </p:cNvPr>
          <p:cNvGraphicFramePr/>
          <p:nvPr/>
        </p:nvGraphicFramePr>
        <p:xfrm>
          <a:off xmlns:a="http://schemas.openxmlformats.org/drawingml/2006/main" x="704850" y="3790950"/>
          <a:ext xmlns:a="http://schemas.openxmlformats.org/drawingml/2006/main" cx="107823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94100"/>
                <a:gridCol w="3594100"/>
                <a:gridCol w="359410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符号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报告要求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Ltask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主任务损失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定义计算方式与归一化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Lrobust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鲁棒性约束项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说明扰动集合与适用条件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权重系数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报告取值与选择依据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324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9EEA0-BFDF-4F15-8A9D-1659C74D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实验设置与复现条件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155F7-E6E8-4E21-9406-1648852D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让读者理解比较是否公平、结果能否复现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A901C-F8C7-40E6-BD3A-6C89B87148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8ba385de842fa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F0AA3-6C4C-447F-B3CA-DBDDBA08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06617-BF7C-4238-9496-4F5336C528A9}"/>
              </a:ext>
            </a:extLst>
          </p:cNvPr>
          <p:cNvGraphicFramePr/>
          <p:nvPr/>
        </p:nvGraphicFramePr>
        <p:xfrm>
          <a:off xmlns:a="http://schemas.openxmlformats.org/drawingml/2006/main" x="704850" y="2076450"/>
          <a:ext xmlns:a="http://schemas.openxmlformats.org/drawingml/2006/main" cx="10782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2581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需要填写的信息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数据与划分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[数据来源、许可、样本量、训练 / 验证 / 测试划分]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对照与预算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[基线版本、调参预算、训练步数、公平性约束]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运行环境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[硬件、依赖版本、随机种子、运行次数]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评价与不确定性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[指标方向、单位、聚合方式、误差条定义]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07CE1-D0B2-41DD-A017-BEFB0E27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复现入口：[代码仓库 / commit]  ·  [配置文件]  ·  [数据版本]</a:t>
            </a:r>
          </a:p>
        </p:txBody>
      </p:sp>
    </p:spTree>
    <p:extLst>
      <p:ext uri="{BB962C8B-B14F-4D97-AF65-F5344CB8AC3E}">
        <p14:creationId xmlns:p14="http://schemas.microsoft.com/office/powerpoint/2010/main" val="351959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8FE59-2825-4CB6-A532-DAF9055C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主要结果：任务间对比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365B9-DD87-4A42-A775-16B388F6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准确率（%）↑ · 示例数据，不代表真实研究结论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ECA4D-AA73-4E5D-89D3-9CEC6296DD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ed958d13d41eb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48A9C-F475-4639-BF45-4CB2BB33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1972486-4C13-4AA0-A917-473E13D85899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714a86edf2421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6501A-B4CB-4946-B338-9BE5F2C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示例为单组展示值，无重复实验；正式报告须补充运行次数及不确定性。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850300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E6B9D-EB1D-4E68-A732-EFFE3ED0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训练过程：收敛趋势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59B5B-1062-43A1-AD2A-83608475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横轴：训练轮次 · 纵轴：损失 ↓ · 示例数据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9622-ABB6-4114-8A6E-CF18B1FCA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4b57421f34790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48611-BE50-47A1-A681-88094CB3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FD353C7-B8AE-4F3B-96A6-EC0251123A03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05382f323546a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95C48-F33E-4464-9AC7-3D3535AA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保持相同训练预算与评价频率；比较曲线时同时报告最终性能和成本。</a:t>
            </a:r>
          </a:p>
        </p:txBody>
      </p:sp>
    </p:spTree>
    <p:extLst>
      <p:ext uri="{BB962C8B-B14F-4D97-AF65-F5344CB8AC3E}">
        <p14:creationId xmlns:p14="http://schemas.microsoft.com/office/powerpoint/2010/main" val="1681578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0D5EA-43B1-4324-8401-6D4F6CB9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消融实验：机制贡献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27D0B-C804-4EFB-BD87-83D60ADA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示例数值 · 保持其余配置一致，逐项改变组件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A9C67-B488-4EE3-BDEC-567FD3D4BD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31d2d5ca41e1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CB0BC-7D92-4173-AA2F-9857468E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E7D68-00E6-4047-86B0-81EF29E1F31C}"/>
              </a:ext>
            </a:extLst>
          </p:cNvPr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10782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2695575"/>
                <a:gridCol w="2695575"/>
                <a:gridCol w="26955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配置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组件 A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组件 B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 ↑</a:t>
                      </a:r>
                    </a:p>
                  </a:txBody>
                  <a:tcPr marL="91440" marR="91440" marT="45720" marB="45720">
                    <a:solidFill>
                      <a:srgbClr val="20366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A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74.0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73.0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完整方法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78.0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40714-7757-4BB8-AC10-34800831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此页仅演示排版；不能由这些示例数值推断真实因果关系或显著性。</a:t>
            </a:r>
          </a:p>
        </p:txBody>
      </p:sp>
    </p:spTree>
    <p:extLst>
      <p:ext uri="{BB962C8B-B14F-4D97-AF65-F5344CB8AC3E}">
        <p14:creationId xmlns:p14="http://schemas.microsoft.com/office/powerpoint/2010/main" val="14218992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E42AB-0EFC-43CD-AE5B-524914EA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鲁棒性：性能随扰动的变化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D1F99-8A06-47CF-BC98-5ADACBF1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横轴：归一化扰动强度 · 纵轴：准确率（%）↑ · 示例数据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CED7D-9A67-4231-A59F-7D2C61AFC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0b91278224e16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29018-D952-4891-9F5C-D9F4DBE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12C228F-B28D-4797-8C86-F5223226CF4A}"/>
              </a:ext>
            </a:extLst>
          </p:cNvPr>
          <p:cNvGraphicFramePr/>
          <p:nvPr/>
        </p:nvGraphicFramePr>
        <p:xfrm>
          <a:off xmlns:a="http://schemas.openxmlformats.org/drawingml/2006/main" x="723900" y="21431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1e656642f6463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BB1A7-7B9B-4D53-AEF4-D7B710CE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正式报告须定义扰动类型、强度单位、攻击预算和评价协议。</a:t>
            </a:r>
          </a:p>
        </p:txBody>
      </p:sp>
    </p:spTree>
    <p:extLst>
      <p:ext uri="{BB962C8B-B14F-4D97-AF65-F5344CB8AC3E}">
        <p14:creationId xmlns:p14="http://schemas.microsoft.com/office/powerpoint/2010/main" val="11816767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0EF24-58B4-4F5C-AC93-8E88DD6B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定性分析：把证据放在同一尺度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D37D1-6DBE-4279-A2A6-465ACFCA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替换为真实样本，保留一致裁剪、尺度和色标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20D54-25A5-4191-8802-EC191AE0B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9d772268341ae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42D34-3411-49DA-8E1C-47E28D30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69614-6323-4B25-AA61-C6B786BC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输入样本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44A9A-2777-430F-96AA-924B400A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D1E1F-DA40-460C-88C2-C17C7625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26956-D0F0-443C-AC1F-FB034650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对照方法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BCAA6-3E66-4833-B593-65DB054A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F19A3-E223-4625-B498-B233EBD5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1FEBB-EE5B-43A7-BA04-F9A243EC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371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本研究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87843-0E67-4A1D-888A-158FFFE8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47975"/>
            <a:ext cx="33718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8BCC5-642B-4395-8BEE-2EC1036A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43325"/>
            <a:ext cx="2638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418EA-EF70-4677-961B-5BEDCBD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图注：[样本来源 / 编号]  ·  [选择规则]  ·  [指出可见差异及失败案例]</a:t>
            </a:r>
          </a:p>
        </p:txBody>
      </p:sp>
    </p:spTree>
    <p:extLst>
      <p:ext uri="{BB962C8B-B14F-4D97-AF65-F5344CB8AC3E}">
        <p14:creationId xmlns:p14="http://schemas.microsoft.com/office/powerpoint/2010/main" val="17990340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6EFC7-8D45-4BAB-8555-2446549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结论、边界与下一步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B88A5-E22D-44AA-94BB-B7E4ACD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将已有证据与待验证假设明确区分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0345B-A1F8-4E15-B8CC-60491CC8A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f689845ea4758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5172A-4BD6-4234-9C83-74625C34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F5BF1-6128-4D19-A9CE-2086959F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EE67B-F69B-453B-9F21-0B55E6BF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431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主要发现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706C1-CDF6-4676-9A26-D14B018D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[用一句话写出证据支持的结论及适用范围。]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717B6-6494-45DB-9C4D-0F4726D5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AE3C3-C40D-4F35-8013-BE508734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004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当前局限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CE87F-81C5-465D-828F-841ADFEF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[数据、计算成本、假设或失败条件。]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A67FB-BB85-484F-AF7D-D09AF916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0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021D4-5309-43EF-B94D-FCAC460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577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下一步验证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43007-B006-40E8-AB0E-A11479AB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625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[提出一个可执行的实验及其判断标准。]</a:t>
            </a:r>
          </a:p>
        </p:txBody>
      </p:sp>
    </p:spTree>
    <p:extLst>
      <p:ext uri="{BB962C8B-B14F-4D97-AF65-F5344CB8AC3E}">
        <p14:creationId xmlns:p14="http://schemas.microsoft.com/office/powerpoint/2010/main" val="1595433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7D453-619D-4CFD-9DB3-CA8889F2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参考文献与复现资源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02992-F1DA-4C43-939D-63578DFC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仅列本次汇报实际引用的资料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8FE37-58B5-45DE-BFCF-59A1A6B97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47d0dbf464cdb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7EF2E-4234-4C5A-92E8-6E131E5F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BC25C-0B5D-46C0-AD36-18F79722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57275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[1] 作者. 论文标题. 会议 / 期刊, 年份. DOI /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[2] 作者. 数据集或软件名称. 版本, 年份.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代码：[仓库地址与 commit]</a:t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数据：[版本与访问说明]</a:t>
            </a:r>
          </a:p>
          <a:p xmlns:a="http://schemas.openxmlformats.org/drawingml/2006/main">
            <a:pPr>
              <a:def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联系：[团队认可的邮箱或主页]</a:t>
            </a:r>
          </a:p>
        </p:txBody>
      </p:sp>
    </p:spTree>
    <p:extLst>
      <p:ext uri="{BB962C8B-B14F-4D97-AF65-F5344CB8AC3E}">
        <p14:creationId xmlns:p14="http://schemas.microsoft.com/office/powerpoint/2010/main" val="8382338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BC005-746D-4A52-A743-B0565D99D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a7d8eb61e4656"/>
          <a:stretch xmlns:a="http://schemas.openxmlformats.org/drawingml/2006/main"/>
        </p:blipFill>
        <p:spPr>
          <a:xfrm xmlns:a="http://schemas.openxmlformats.org/drawingml/2006/main">
            <a:off x="10096500" y="565182"/>
            <a:ext cx="1409700" cy="2983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A238D-B33E-4C37-B2E1-21CE2857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8D9E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B8D9EE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0E62E-8279-4981-87A4-1F7EB528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讨论与交流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2A2C0-BE85-4748-BA38-CACC41BD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67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DCE4EF"/>
                </a:solidFill>
                <a:latin typeface="Noto Sans CJK SC"/>
                <a:ea typeface="Noto Sans CJK SC"/>
                <a:cs typeface="Noto Sans CJK SC"/>
              </a:rPr>
              <a:t>智能设计与鲁棒学习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6B731-1776-46D2-90B7-8C2F1B3D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815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BDCF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9BDCF2"/>
                </a:solidFill>
                <a:latin typeface="Inter"/>
                <a:ea typeface="Inter"/>
                <a:cs typeface="Inter"/>
              </a:rPr>
              <a:t>Intelligent Design and Robust Learning</a:t>
            </a:r>
          </a:p>
        </p:txBody>
      </p:sp>
    </p:spTree>
    <p:extLst>
      <p:ext uri="{BB962C8B-B14F-4D97-AF65-F5344CB8AC3E}">
        <p14:creationId xmlns:p14="http://schemas.microsoft.com/office/powerpoint/2010/main" val="1714736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2026-10-12T10:39:12.3150000Z</dcterms:created>
  <dcterms:modified xsi:type="dcterms:W3CDTF">2026-10-12T10:39:12.3150000Z</dcterms:modified>
</coreProperties>
</file>